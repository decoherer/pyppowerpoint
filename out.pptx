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Picture 6" descr="h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828800"/>
            <a:ext cx="5852160" cy="43891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200" b="1">
                <a:solidFill>
                  <a:srgbClr val="333399"/>
                </a:solidFill>
                <a:latin typeface="Times"/>
              </a:rPr>
              <a:t>Coincidence Histogram
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sz="1600" b="0">
                <a:solidFill>
                  <a:srgbClr val="000000"/>
                </a:solidFill>
                <a:latin typeface="Ariel"/>
              </a:rPr>
              <a:t>Coincidence count rate vs delay time</a:t>
            </a:r>
          </a:p>
        </p:txBody>
      </p:sp>
      <p:pic>
        <p:nvPicPr>
          <p:cNvPr id="4" name="Picture 3" descr="rain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85725"/>
          </a:xfrm>
          <a:prstGeom prst="rect">
            <a:avLst/>
          </a:prstGeom>
        </p:spPr>
      </p:pic>
      <p:pic>
        <p:nvPicPr>
          <p:cNvPr id="5" name="Picture 4" descr="adv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6400800"/>
            <a:ext cx="1307592" cy="3695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5512" y="6647688"/>
            <a:ext cx="14081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 b="0">
                <a:solidFill>
                  <a:srgbClr val="000000"/>
                </a:solidFill>
                <a:latin typeface="Ariel"/>
              </a:rPr>
              <a:t>ADVR Inc Proprietary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